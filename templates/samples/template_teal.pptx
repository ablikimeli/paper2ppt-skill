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C8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3200400" cy="3200400"/>
          </a:xfrm>
          <a:prstGeom prst="ellipse">
            <a:avLst/>
          </a:prstGeom>
          <a:solidFill>
            <a:srgbClr val="3B1C6E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E8DAE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79A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3B1C6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 ·  Journal Club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Cost-effectiveness of Latent Tuberculosis Infection Testing and Preventive Treatment Among TB Contacts in China: A Markov Model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A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Kucsko, J. Smith, L. Wang, et 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1371600" cy="27432"/>
          </a:xfrm>
          <a:prstGeom prst="rect">
            <a:avLst/>
          </a:prstGeom>
          <a:solidFill>
            <a:srgbClr val="CC79A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BMC Health Services Research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15, 2026  |  26(1):45-58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2.8  |  JCR: Q1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10.1186/s12913-026-14482-6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7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B2C8E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137160"/>
            <a:ext cx="274320" cy="274320"/>
          </a:xfrm>
          <a:prstGeom prst="diamond">
            <a:avLst/>
          </a:prstGeom>
          <a:solidFill>
            <a:srgbClr val="E8DAE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LTBI screening is cost-effective in the Chinese healthcare context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CC79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777240"/>
            <a:ext cx="164592" cy="164592"/>
          </a:xfrm>
          <a:prstGeom prst="diamond">
            <a:avLst/>
          </a:prstGeom>
          <a:solidFill>
            <a:srgbClr val="5B2C8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 remains a major public health challenge in China with high latent infection rates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screening and preventive treatment coverage is suboptimal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evidence on cost-effectiveness from Chinese healthcare system perspective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evaluates three testing strategies using a Markov model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00400"/>
            <a:ext cx="54864" cy="640080"/>
          </a:xfrm>
          <a:prstGeom prst="rect">
            <a:avLst/>
          </a:prstGeom>
          <a:solidFill>
            <a:srgbClr val="CC79A7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3410712"/>
            <a:ext cx="164592" cy="164592"/>
          </a:xfrm>
          <a:prstGeom prst="diamond">
            <a:avLst/>
          </a:prstGeom>
          <a:solidFill>
            <a:srgbClr val="E8DAE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2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IGRA strategy cost-effective at $30,000/QALY threshold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C8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B1C6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E8DAEF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79A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Objectives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Materials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- Teal</dc:title>
  <dc:subject>PptxGenJS Presentation</dc:subject>
  <dc:creator>paper2ppt</dc:creator>
  <cp:lastModifiedBy>paper2ppt</cp:lastModifiedBy>
  <cp:revision>1</cp:revision>
  <dcterms:created xsi:type="dcterms:W3CDTF">2026-05-14T21:42:31Z</dcterms:created>
  <dcterms:modified xsi:type="dcterms:W3CDTF">2026-05-14T21:42:31Z</dcterms:modified>
</cp:coreProperties>
</file>