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9E73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-457200"/>
            <a:ext cx="3200400" cy="3200400"/>
          </a:xfrm>
          <a:prstGeom prst="ellipse">
            <a:avLst/>
          </a:prstGeom>
          <a:solidFill>
            <a:srgbClr val="007A55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457200"/>
            <a:ext cx="2286000" cy="2286000"/>
          </a:xfrm>
          <a:prstGeom prst="ellipse">
            <a:avLst/>
          </a:prstGeom>
          <a:solidFill>
            <a:srgbClr val="D5F5E3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79A7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007A5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572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F5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  ·  Journal Club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118872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Cost-effectiveness of Latent Tuberculosis Infection Testing and Preventive Treatment Among TB Contacts in China: A Markov Model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F5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G. Kucsko, J. Smith, L. Wang, et al.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246120"/>
            <a:ext cx="1371600" cy="27432"/>
          </a:xfrm>
          <a:prstGeom prst="rect">
            <a:avLst/>
          </a:prstGeom>
          <a:solidFill>
            <a:srgbClr val="CC79A7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3832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BMC Health Services Research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January 15, 2026  |  26(1):45-58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IF: 2.8  |  JCR: Q1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DOI: 10.1186/s12913-026-14482-6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7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 Presentation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09E73"/>
          </a:solidFill>
          <a:ln/>
        </p:spPr>
      </p:sp>
      <p:sp>
        <p:nvSpPr>
          <p:cNvPr id="3" name="Shape 1"/>
          <p:cNvSpPr/>
          <p:nvPr/>
        </p:nvSpPr>
        <p:spPr>
          <a:xfrm>
            <a:off x="8503920" y="137160"/>
            <a:ext cx="274320" cy="274320"/>
          </a:xfrm>
          <a:prstGeom prst="diamond">
            <a:avLst/>
          </a:prstGeom>
          <a:solidFill>
            <a:srgbClr val="D5F5E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LTBI screening is cost-effective in the Chinese healthcare context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731520"/>
            <a:ext cx="1188720" cy="274320"/>
          </a:xfrm>
          <a:prstGeom prst="roundRect">
            <a:avLst>
              <a:gd name="adj" fmla="val 13333"/>
            </a:avLst>
          </a:prstGeom>
          <a:solidFill>
            <a:srgbClr val="CC79A7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731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37360" y="777240"/>
            <a:ext cx="164592" cy="164592"/>
          </a:xfrm>
          <a:prstGeom prst="diamond">
            <a:avLst/>
          </a:prstGeom>
          <a:solidFill>
            <a:srgbClr val="009E73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1887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 remains a major public health challenge in China with high latent infection rates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screening and preventive treatment coverage is suboptimal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evidence on cost-effectiveness from Chinese healthcare system perspective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study evaluates three testing strategies using a Markov model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3200400"/>
            <a:ext cx="54864" cy="640080"/>
          </a:xfrm>
          <a:prstGeom prst="rect">
            <a:avLst/>
          </a:prstGeom>
          <a:solidFill>
            <a:srgbClr val="CC79A7"/>
          </a:solidFill>
          <a:ln/>
        </p:spPr>
      </p:sp>
      <p:sp>
        <p:nvSpPr>
          <p:cNvPr id="12" name="Shape 10"/>
          <p:cNvSpPr/>
          <p:nvPr/>
        </p:nvSpPr>
        <p:spPr>
          <a:xfrm>
            <a:off x="8412480" y="3410712"/>
            <a:ext cx="164592" cy="164592"/>
          </a:xfrm>
          <a:prstGeom prst="diamond">
            <a:avLst/>
          </a:prstGeom>
          <a:solidFill>
            <a:srgbClr val="D5F5E3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461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Finding: IGRA strategy cost-effective at $30,000/QALY threshold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9E73"/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2743200"/>
            <a:ext cx="3657600" cy="3657600"/>
          </a:xfrm>
          <a:prstGeom prst="ellipse">
            <a:avLst/>
          </a:prstGeom>
          <a:solidFill>
            <a:srgbClr val="007A55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731520"/>
            <a:ext cx="2743200" cy="2743200"/>
          </a:xfrm>
          <a:prstGeom prst="ellipse">
            <a:avLst/>
          </a:prstGeom>
          <a:solidFill>
            <a:srgbClr val="D5F5E3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79A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&amp; Objectives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 &amp; Materials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&amp; Conclusion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Inspirations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Literature Review - Teal</dc:title>
  <dc:subject>PptxGenJS Presentation</dc:subject>
  <dc:creator>paper2ppt</dc:creator>
  <cp:lastModifiedBy>paper2ppt</cp:lastModifiedBy>
  <cp:revision>1</cp:revision>
  <dcterms:created xsi:type="dcterms:W3CDTF">2026-05-14T21:31:29Z</dcterms:created>
  <dcterms:modified xsi:type="dcterms:W3CDTF">2026-05-14T21:31:29Z</dcterms:modified>
</cp:coreProperties>
</file>