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"/>
            <a:ext cx="9144000" cy="9144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"/>
            <a:ext cx="54864" cy="54864"/>
          </a:xfrm>
          <a:prstGeom prst="ellipse">
            <a:avLst/>
          </a:prstGeom>
          <a:solidFill>
            <a:srgbClr val="4A6FA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0" y="109728"/>
            <a:ext cx="54864" cy="54864"/>
          </a:xfrm>
          <a:prstGeom prst="ellipse">
            <a:avLst/>
          </a:prstGeom>
          <a:solidFill>
            <a:srgbClr val="4A6FA5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0" y="109728"/>
            <a:ext cx="54864" cy="54864"/>
          </a:xfrm>
          <a:prstGeom prst="ellipse">
            <a:avLst/>
          </a:prstGeom>
          <a:solidFill>
            <a:srgbClr val="4A6FA5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0" y="502920"/>
            <a:ext cx="109728" cy="10972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572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6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  ·  Journal Club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28016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Cost-effectiveness of Latent Tuberculosis Infection Testing and Preventive Treatment Among TB Contacts in China: A Markov Model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731520" y="3108960"/>
            <a:ext cx="914400" cy="2286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2918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G. Kucsko, J. Smith, L. Wang, et al.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65760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BMC Health Services Research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January 15, 2026  |  26(1):45-58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IF: 2.8  |  JCR: Q1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DOI: 10.1186/s12913-026-14482-6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4709160"/>
            <a:ext cx="9144000" cy="914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" y="4681728"/>
            <a:ext cx="54864" cy="548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0" y="4681728"/>
            <a:ext cx="54864" cy="548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Shape 13"/>
          <p:cNvSpPr/>
          <p:nvPr/>
        </p:nvSpPr>
        <p:spPr>
          <a:xfrm>
            <a:off x="8412480" y="4681728"/>
            <a:ext cx="54864" cy="548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80060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 Presentation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0"/>
            <a:ext cx="73152" cy="7315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LTBI screening is cost-effective in the Chinese healthcare context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 remains a major public health challenge in China with high latent infection rates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screening and preventive treatment coverage is suboptimal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evidence on cost-effectiveness from Chinese healthcare system perspective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study evaluates three testing strategies using a Markov model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8046720" cy="685800"/>
          </a:xfrm>
          <a:prstGeom prst="roundRect">
            <a:avLst>
              <a:gd name="adj" fmla="val 5333"/>
            </a:avLst>
          </a:prstGeom>
          <a:solidFill>
            <a:srgbClr val="F5F0E8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108960"/>
            <a:ext cx="45720" cy="68580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10" name="Shape 8"/>
          <p:cNvSpPr/>
          <p:nvPr/>
        </p:nvSpPr>
        <p:spPr>
          <a:xfrm>
            <a:off x="8412480" y="3246120"/>
            <a:ext cx="146304" cy="14630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546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Finding: IGRA-based strategy cost-effective at $30,000/QALY threshold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0E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37160"/>
            <a:ext cx="9144000" cy="9144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709160"/>
            <a:ext cx="9144000" cy="914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09728"/>
            <a:ext cx="54864" cy="54864"/>
          </a:xfrm>
          <a:prstGeom prst="ellipse">
            <a:avLst/>
          </a:prstGeom>
          <a:solidFill>
            <a:srgbClr val="4A6FA5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0" y="109728"/>
            <a:ext cx="54864" cy="54864"/>
          </a:xfrm>
          <a:prstGeom prst="ellipse">
            <a:avLst/>
          </a:prstGeom>
          <a:solidFill>
            <a:srgbClr val="4A6FA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 of Contents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&amp; Objectives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 &amp; Materials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&amp; Conclusion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Inspirations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Literature Review - Nature</dc:title>
  <dc:subject>PptxGenJS Presentation</dc:subject>
  <dc:creator>paper2ppt</dc:creator>
  <cp:lastModifiedBy>paper2ppt</cp:lastModifiedBy>
  <cp:revision>1</cp:revision>
  <dcterms:created xsi:type="dcterms:W3CDTF">2026-05-14T21:42:31Z</dcterms:created>
  <dcterms:modified xsi:type="dcterms:W3CDTF">2026-05-14T21:42:31Z</dcterms:modified>
</cp:coreProperties>
</file>