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9144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"/>
            <a:ext cx="54864" cy="5486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109728"/>
            <a:ext cx="54864" cy="5486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109728"/>
            <a:ext cx="54864" cy="5486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502920"/>
            <a:ext cx="109728" cy="10972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 ·  Journal Club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Cost-effectiveness of Latent Tuberculosis Infection Testing and Preventive Treatment Among TB Contacts in China: A Markov Model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914400" cy="22860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Kucsko, J. Smith, L. Wang, et 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BMC Health Services Research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15, 2026  |  26(1):45-58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2.8  |  JCR: Q1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10.1186/s12913-026-14482-6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9144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681728"/>
            <a:ext cx="54864" cy="548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4681728"/>
            <a:ext cx="54864" cy="548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4681728"/>
            <a:ext cx="54864" cy="548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LTBI screening is cost-effective in the Chinese healthcare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remains a major public health challenge in China with high latent infection rates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screening and preventive treatment coverage is suboptimal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evidence on cost-effectiveness from Chinese healthcare system perspective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evaluates three testing strategies using a Markov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8046720" cy="685800"/>
          </a:xfrm>
          <a:prstGeom prst="roundRect">
            <a:avLst>
              <a:gd name="adj" fmla="val 5333"/>
            </a:avLst>
          </a:prstGeom>
          <a:solidFill>
            <a:srgbClr val="F0F4FF"/>
          </a:solidFill>
          <a:ln w="9525">
            <a:solidFill>
              <a:srgbClr val="56B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45720" cy="685800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246120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546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IGRA-based strategy cost-effective at $30,000/QALY threshold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9144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9144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"/>
            <a:ext cx="54864" cy="5486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9728"/>
            <a:ext cx="54864" cy="5486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Objectives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Materials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- Nature</dc:title>
  <dc:subject>PptxGenJS Presentation</dc:subject>
  <dc:creator>paper2ppt</dc:creator>
  <cp:lastModifiedBy>paper2ppt</cp:lastModifiedBy>
  <cp:revision>1</cp:revision>
  <dcterms:created xsi:type="dcterms:W3CDTF">2026-05-14T21:31:29Z</dcterms:created>
  <dcterms:modified xsi:type="dcterms:W3CDTF">2026-05-14T21:31:29Z</dcterms:modified>
</cp:coreProperties>
</file>