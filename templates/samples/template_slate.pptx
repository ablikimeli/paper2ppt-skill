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2286000"/>
          </a:xfrm>
          <a:prstGeom prst="rtTriangle">
            <a:avLst/>
          </a:prstGeom>
          <a:solidFill>
            <a:srgbClr val="D55E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5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  ·  Journal Club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Cost-effectiveness of Latent Tuberculosis Infection Testing and Preventive Treatment Among TB Contacts in China: A Markov Model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G. Kucsko, J. Smith, L. Wang, et al.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3246120"/>
            <a:ext cx="1371600" cy="27432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3832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BMC Health Services Research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January 15, 2026  |  26(1):45-58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IF: 2.8  |  JCR: Q1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DOI: 10.1186/s12913-026-14482-6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4754880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54880"/>
            <a:ext cx="320040" cy="388620"/>
          </a:xfrm>
          <a:prstGeom prst="rtTriangle">
            <a:avLst/>
          </a:prstGeom>
          <a:solidFill>
            <a:srgbClr val="D55E00"/>
          </a:solidFill>
          <a:ln/>
        </p:spPr>
      </p:sp>
      <p:sp>
        <p:nvSpPr>
          <p:cNvPr id="4" name="Shape 2"/>
          <p:cNvSpPr/>
          <p:nvPr/>
        </p:nvSpPr>
        <p:spPr>
          <a:xfrm>
            <a:off x="8321040" y="137160"/>
            <a:ext cx="457200" cy="274320"/>
          </a:xfrm>
          <a:prstGeom prst="chevron">
            <a:avLst/>
          </a:prstGeom>
          <a:solidFill>
            <a:srgbClr val="2C3E50">
              <a:alpha val="7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LTBI screening is cost-effective in the Chinese healthcare context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868680"/>
            <a:ext cx="832104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051560"/>
            <a:ext cx="8321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 remains a major public health challenge in China with high latent infection rates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screening and preventive treatment coverage is suboptimal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evidence on cost-effectiveness from Chinese healthcare system perspective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study evaluates three testing strategies using a Markov model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8F9FA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090672"/>
            <a:ext cx="640080" cy="640080"/>
          </a:xfrm>
          <a:prstGeom prst="ellipse">
            <a:avLst/>
          </a:prstGeom>
          <a:solidFill>
            <a:srgbClr val="D55E0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0906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63040" y="3063240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of cost-effectiveness at $30,000/QALY threshold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0" y="3337560"/>
            <a:ext cx="365760" cy="365760"/>
          </a:xfrm>
          <a:prstGeom prst="rtTriangle">
            <a:avLst/>
          </a:prstGeom>
          <a:solidFill>
            <a:srgbClr val="D55E00">
              <a:alpha val="30000"/>
            </a:srgbClr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0"/>
            <a:ext cx="1371600" cy="1371600"/>
          </a:xfrm>
          <a:prstGeom prst="rtTriangle">
            <a:avLst/>
          </a:prstGeom>
          <a:solidFill>
            <a:srgbClr val="D55E00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D55E0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&amp; Objectives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&amp; Materials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&amp; Conclusion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Inspirations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Literature Review - Slate</dc:title>
  <dc:subject>PptxGenJS Presentation</dc:subject>
  <dc:creator>paper2ppt</dc:creator>
  <cp:lastModifiedBy>paper2ppt</cp:lastModifiedBy>
  <cp:revision>1</cp:revision>
  <dcterms:created xsi:type="dcterms:W3CDTF">2026-05-14T21:31:29Z</dcterms:created>
  <dcterms:modified xsi:type="dcterms:W3CDTF">2026-05-14T21:31:29Z</dcterms:modified>
</cp:coreProperties>
</file>