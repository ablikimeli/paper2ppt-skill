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56B4E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377440"/>
            <a:ext cx="365760" cy="365760"/>
          </a:xfrm>
          <a:prstGeom prst="ellipse">
            <a:avLst/>
          </a:prstGeom>
          <a:solidFill>
            <a:srgbClr val="E69F00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508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114800"/>
            <a:ext cx="9144000" cy="36576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 ·  Journal Club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Cost-effectiveness of Latent Tuberculosis Infection Testing and Preventive Treatment Among TB Contacts in China: A Markov Model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54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Kucsko, J. Smith, L. Wang, et al.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BMC Health Services Research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15, 2026  |  26(1):45-58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2.8  |  JCR: Q1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10.1186/s12913-026-14482-6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137160"/>
            <a:ext cx="320040" cy="3200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72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LTBI screening is cost-effective in the Chinese healthcare context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0467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321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 remains a major public health challenge in China with high latent infection rates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screening and preventive treatment coverage is suboptimal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evidence on cost-effectiveness from Chinese healthcare system perspective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evaluates three testing strategies using a Markov model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32004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200400"/>
            <a:ext cx="54864" cy="6858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3337560"/>
            <a:ext cx="182880" cy="182880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461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IGRA-based strategy dominated TST across all WTP thresholds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56B4E9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Objectives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&amp; Materials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Conclusion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- Navy</dc:title>
  <dc:subject>PptxGenJS Presentation</dc:subject>
  <dc:creator>paper2ppt</dc:creator>
  <cp:lastModifiedBy>paper2ppt</cp:lastModifiedBy>
  <cp:revision>1</cp:revision>
  <dcterms:created xsi:type="dcterms:W3CDTF">2026-05-14T21:31:29Z</dcterms:created>
  <dcterms:modified xsi:type="dcterms:W3CDTF">2026-05-14T21:31:29Z</dcterms:modified>
</cp:coreProperties>
</file>